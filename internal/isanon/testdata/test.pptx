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_rels/slideLayout1.xml.rels" ContentType="application/vnd.openxmlformats-package.relationships+xml"/>
  <Override PartName="/ppt/slideLayouts/slideLayout1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72F7CF7-F569-41D9-8EBB-D34E233FA3A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GB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b="0" lang="en-GB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b="0" lang="en-GB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b="0" lang="en-GB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50400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447360" y="5165280"/>
            <a:ext cx="319500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7227360" y="5165280"/>
            <a:ext cx="2348280" cy="390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E21E3272-583D-4318-AFAE-B57E9AD44440}" type="slidenum">
              <a:rPr b="0" lang="en-GB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GB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GB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test presentation</a:t>
            </a:r>
            <a:endParaRPr b="0" lang="en-GB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r>
              <a:rPr b="0" lang="en-GB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Testing testing testing</a:t>
            </a:r>
            <a:endParaRPr b="0" lang="en-GB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LibreOffice/25.2.3.2$Linux_X86_64 LibreOffice_project/520$Build-2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2026-10-16T11:01:39Z</dcterms:created>
  <dc:creator/>
  <dc:description/>
  <dc:language>en-GB</dc:language>
  <cp:lastModifiedBy/>
  <dcterms:modified xsi:type="dcterms:W3CDTF">2026-10-16T11:02:22Z</dcterms:modified>
  <cp:revision>2</cp:revision>
  <dc:subject/>
  <dc:title/>
</cp:coreProperties>
</file>